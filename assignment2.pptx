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Symbol Tables in Lexical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Principles of Compiler Design</a:t>
            </a:r>
          </a:p>
          <a:p>
            <a:r>
              <a:t>Lexical Analysis</a:t>
            </a:r>
          </a:p>
          <a:p>
            <a:r>
              <a:t>Prepared by: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Lexical analysis is the first phase of a compiler.</a:t>
            </a:r>
          </a:p>
          <a:p>
            <a:r>
              <a:t>It converts source code into tokens.</a:t>
            </a:r>
          </a:p>
          <a:p>
            <a:r>
              <a:t>Symbol tables store information about identifiers encountered.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Symbol Table?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symbol table is a data structure used by compilers.</a:t>
            </a:r>
          </a:p>
          <a:p>
            <a:r>
              <a:t>It stores identifier name, type, scope, and memory 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in Lexical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identifiers</a:t>
            </a:r>
          </a:p>
          <a:p>
            <a:r>
              <a:t>Distinguishes keywords and identifiers</a:t>
            </a:r>
          </a:p>
          <a:p>
            <a:r>
              <a:t>Avoids duplication</a:t>
            </a:r>
          </a:p>
          <a:p>
            <a:r>
              <a:t>Supports later compiler phases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Identifier encountered by lexer</a:t>
            </a:r>
          </a:p>
          <a:p>
            <a:r>
              <a:t>Checked in symbol table</a:t>
            </a:r>
          </a:p>
          <a:p>
            <a:r>
              <a:t>Inserted if new</a:t>
            </a:r>
          </a:p>
          <a:p>
            <a:r>
              <a:t>Token returned to parser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float price;</a:t>
            </a:r>
          </a:p>
          <a:p>
            <a:r>
              <a:t>price = price * 1.05;</a:t>
            </a:r>
          </a:p>
          <a:p>
            <a:r>
              <a:t>Identifier 'price' stored once in symbol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GCC and Clang compilers</a:t>
            </a:r>
          </a:p>
          <a:p>
            <a:r>
              <a:t>Used in IDEs for code navigation and error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Compiler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Lexical Analysis</a:t>
            </a:r>
          </a:p>
          <a:p>
            <a:r>
              <a:t>Syntax Analysis</a:t>
            </a:r>
          </a:p>
          <a:p>
            <a:r>
              <a:t>Semantic Analysis</a:t>
            </a:r>
          </a:p>
          <a:p>
            <a:r>
              <a:t>Code Generation</a:t>
            </a:r>
          </a:p>
          <a:p>
            <a:r>
              <a:t>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Symbol tables are essential for managing identifiers.</a:t>
            </a:r>
          </a:p>
          <a:p>
            <a:r>
              <a:t>They improve efficiency and correctness of compilation.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Aho et al. - Compilers: Principles, Techniques, and Tools</a:t>
            </a:r>
          </a:p>
          <a:p>
            <a:r>
              <a:t>Ullman - Principles of Compiler Design</a:t>
            </a:r>
          </a:p>
          <a:p>
            <a:r>
              <a:t>GeeksforGeeks - Symbol Table in Compiler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